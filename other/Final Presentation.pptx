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8" r:id="rId3"/>
    <p:sldId id="260" r:id="rId4"/>
    <p:sldId id="265" r:id="rId5"/>
    <p:sldId id="264"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5BE24-CFE8-4653-8933-97290B6420D1}" type="datetimeFigureOut">
              <a:rPr lang="en-US" smtClean="0"/>
              <a:t>7/26/2020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FBEA7F-B696-49A4-A673-3AB827BECF99}" type="slidenum">
              <a:rPr lang="en-US" smtClean="0"/>
              <a:t>‹#›</a:t>
            </a:fld>
            <a:endParaRPr lang="en-US"/>
          </a:p>
        </p:txBody>
      </p:sp>
    </p:spTree>
    <p:extLst>
      <p:ext uri="{BB962C8B-B14F-4D97-AF65-F5344CB8AC3E}">
        <p14:creationId xmlns:p14="http://schemas.microsoft.com/office/powerpoint/2010/main" val="1569545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8b0c5ffa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8b0c5ffa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chose to do a tidy tuesday presentation on the trans-Atlantic slave trade because history books have taught us one thing but the numbers could tell us other pieces of information that may be hidden. This graphic displays the number of slaves per time period in a histogram-like format..(then go into what x-axis, y-axis, design elements)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8aebc450ff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8aebc450ff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4BA615-734F-4C52-98B5-6E0D900870BB}" type="datetimeFigureOut">
              <a:rPr lang="en-US" smtClean="0"/>
              <a:t>7/26/2020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1071305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4BA615-734F-4C52-98B5-6E0D900870BB}" type="datetimeFigureOut">
              <a:rPr lang="en-US" smtClean="0"/>
              <a:t>7/26/2020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1643454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4BA615-734F-4C52-98B5-6E0D900870BB}" type="datetimeFigureOut">
              <a:rPr lang="en-US" smtClean="0"/>
              <a:t>7/26/2020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1322376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3660983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4BA615-734F-4C52-98B5-6E0D900870BB}" type="datetimeFigureOut">
              <a:rPr lang="en-US" smtClean="0"/>
              <a:t>7/26/2020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825094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4BA615-734F-4C52-98B5-6E0D900870BB}" type="datetimeFigureOut">
              <a:rPr lang="en-US" smtClean="0"/>
              <a:t>7/26/2020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4152563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4BA615-734F-4C52-98B5-6E0D900870BB}" type="datetimeFigureOut">
              <a:rPr lang="en-US" smtClean="0"/>
              <a:t>7/26/2020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274232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691856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1994412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2685570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4005662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74470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4BA615-734F-4C52-98B5-6E0D900870BB}" type="datetimeFigureOut">
              <a:rPr lang="en-US" smtClean="0"/>
              <a:t>7/26/2020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4133642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4BA615-734F-4C52-98B5-6E0D900870BB}" type="datetimeFigureOut">
              <a:rPr lang="en-US" smtClean="0"/>
              <a:t>7/26/2020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2076112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4BA615-734F-4C52-98B5-6E0D900870BB}" type="datetimeFigureOut">
              <a:rPr lang="en-US" smtClean="0"/>
              <a:t>7/26/2020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16583570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4BA615-734F-4C52-98B5-6E0D900870BB}" type="datetimeFigureOut">
              <a:rPr lang="en-US" smtClean="0"/>
              <a:t>7/26/2020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690299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4BA615-734F-4C52-98B5-6E0D900870BB}" type="datetimeFigureOut">
              <a:rPr lang="en-US" smtClean="0"/>
              <a:t>7/26/2020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13EA81-3178-469D-AAF5-9153943C4DE6}" type="slidenum">
              <a:rPr lang="en-US" smtClean="0"/>
              <a:t>‹#›</a:t>
            </a:fld>
            <a:endParaRPr lang="en-US"/>
          </a:p>
        </p:txBody>
      </p:sp>
    </p:spTree>
    <p:extLst>
      <p:ext uri="{BB962C8B-B14F-4D97-AF65-F5344CB8AC3E}">
        <p14:creationId xmlns:p14="http://schemas.microsoft.com/office/powerpoint/2010/main" val="2629037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p:nvPr/>
        </p:nvSpPr>
        <p:spPr>
          <a:xfrm>
            <a:off x="0" y="0"/>
            <a:ext cx="5752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p:nvPr/>
        </p:nvSpPr>
        <p:spPr>
          <a:xfrm>
            <a:off x="1" y="58834"/>
            <a:ext cx="5751500" cy="5865833"/>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67" y="0"/>
            <a:ext cx="5755867" cy="58608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415633" y="667900"/>
            <a:ext cx="4942000" cy="3345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6192900" y="667900"/>
            <a:ext cx="5555200" cy="5464800"/>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a:p>
        </p:txBody>
      </p:sp>
      <p:sp>
        <p:nvSpPr>
          <p:cNvPr id="25" name="Google Shape;25;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21959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4BA615-734F-4C52-98B5-6E0D900870BB}" type="datetimeFigureOut">
              <a:rPr lang="en-US" smtClean="0"/>
              <a:t>7/26/2020</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B13EA81-3178-469D-AAF5-9153943C4DE6}" type="slidenum">
              <a:rPr lang="en-US" smtClean="0"/>
              <a:t>‹#›</a:t>
            </a:fld>
            <a:endParaRPr lang="en-US"/>
          </a:p>
        </p:txBody>
      </p:sp>
    </p:spTree>
    <p:extLst>
      <p:ext uri="{BB962C8B-B14F-4D97-AF65-F5344CB8AC3E}">
        <p14:creationId xmlns:p14="http://schemas.microsoft.com/office/powerpoint/2010/main" val="234361009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witter.com/geokaramanis/status/1273663628315680772"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7DA32-ED49-41C1-9464-02F4A82771BC}"/>
              </a:ext>
            </a:extLst>
          </p:cNvPr>
          <p:cNvSpPr>
            <a:spLocks noGrp="1"/>
          </p:cNvSpPr>
          <p:nvPr>
            <p:ph type="ctrTitle"/>
          </p:nvPr>
        </p:nvSpPr>
        <p:spPr/>
        <p:txBody>
          <a:bodyPr>
            <a:normAutofit/>
          </a:bodyPr>
          <a:lstStyle/>
          <a:p>
            <a:pPr marL="0" lvl="0" indent="0" rtl="0">
              <a:spcBef>
                <a:spcPts val="0"/>
              </a:spcBef>
              <a:spcAft>
                <a:spcPts val="0"/>
              </a:spcAft>
            </a:pPr>
            <a:r>
              <a:rPr lang="en-US" dirty="0"/>
              <a:t>Trans-Atlantic Slave Trade</a:t>
            </a:r>
            <a:br>
              <a:rPr lang="en-US" dirty="0"/>
            </a:br>
            <a:endParaRPr lang="en-US" dirty="0"/>
          </a:p>
        </p:txBody>
      </p:sp>
      <p:sp>
        <p:nvSpPr>
          <p:cNvPr id="3" name="Subtitle 2">
            <a:extLst>
              <a:ext uri="{FF2B5EF4-FFF2-40B4-BE49-F238E27FC236}">
                <a16:creationId xmlns:a16="http://schemas.microsoft.com/office/drawing/2014/main" id="{7360D574-57E8-48C2-B1DD-B95D54833BE0}"/>
              </a:ext>
            </a:extLst>
          </p:cNvPr>
          <p:cNvSpPr>
            <a:spLocks noGrp="1"/>
          </p:cNvSpPr>
          <p:nvPr>
            <p:ph type="subTitle" idx="1"/>
          </p:nvPr>
        </p:nvSpPr>
        <p:spPr/>
        <p:txBody>
          <a:bodyPr/>
          <a:lstStyle/>
          <a:p>
            <a:r>
              <a:rPr lang="en-US" sz="2000" dirty="0"/>
              <a:t>African-American History </a:t>
            </a:r>
            <a:br>
              <a:rPr lang="en-US" sz="2000" dirty="0"/>
            </a:br>
            <a:r>
              <a:rPr lang="en-US" sz="2000" dirty="0"/>
              <a:t>(</a:t>
            </a:r>
            <a:r>
              <a:rPr lang="en-US" sz="2000" dirty="0" err="1"/>
              <a:t>TidyTuesday</a:t>
            </a:r>
            <a:r>
              <a:rPr lang="en-US" sz="2000" dirty="0"/>
              <a:t> dataset from 06/16/20)</a:t>
            </a:r>
            <a:endParaRPr lang="en-US" dirty="0"/>
          </a:p>
        </p:txBody>
      </p:sp>
    </p:spTree>
    <p:extLst>
      <p:ext uri="{BB962C8B-B14F-4D97-AF65-F5344CB8AC3E}">
        <p14:creationId xmlns:p14="http://schemas.microsoft.com/office/powerpoint/2010/main" val="1628338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415600" y="166500"/>
            <a:ext cx="11360800" cy="1391200"/>
          </a:xfrm>
          <a:prstGeom prst="rect">
            <a:avLst/>
          </a:prstGeom>
        </p:spPr>
        <p:txBody>
          <a:bodyPr spcFirstLastPara="1" vert="horz" wrap="square" lIns="121900" tIns="121900" rIns="121900" bIns="121900" rtlCol="0" anchor="t" anchorCtr="0">
            <a:noAutofit/>
          </a:bodyPr>
          <a:lstStyle/>
          <a:p>
            <a:pPr>
              <a:spcBef>
                <a:spcPts val="0"/>
              </a:spcBef>
            </a:pPr>
            <a:r>
              <a:rPr lang="en" sz="2933" dirty="0"/>
              <a:t>#TidyTuesday Dataset: Trans-Atlantic Slave Trade</a:t>
            </a:r>
            <a:endParaRPr sz="2933" dirty="0"/>
          </a:p>
          <a:p>
            <a:pPr>
              <a:spcBef>
                <a:spcPts val="0"/>
              </a:spcBef>
            </a:pPr>
            <a:r>
              <a:rPr lang="en" sz="2133" dirty="0">
                <a:solidFill>
                  <a:srgbClr val="4A86E8"/>
                </a:solidFill>
              </a:rPr>
              <a:t>Georgios Karamanis @geokaramanis</a:t>
            </a:r>
            <a:br>
              <a:rPr lang="en" sz="2933" dirty="0">
                <a:solidFill>
                  <a:srgbClr val="4A86E8"/>
                </a:solidFill>
              </a:rPr>
            </a:br>
            <a:r>
              <a:rPr lang="en" sz="2133" u="sng" dirty="0">
                <a:solidFill>
                  <a:srgbClr val="4A86E8"/>
                </a:solidFill>
                <a:latin typeface="Arial"/>
                <a:ea typeface="Arial"/>
                <a:cs typeface="Arial"/>
                <a:sym typeface="Arial"/>
                <a:hlinkClick r:id="rId3"/>
              </a:rPr>
              <a:t>https://twitter.com/geokaramanis/status/1273663628315680772</a:t>
            </a:r>
            <a:endParaRPr sz="3600" dirty="0">
              <a:solidFill>
                <a:srgbClr val="4A86E8"/>
              </a:solidFill>
            </a:endParaRPr>
          </a:p>
        </p:txBody>
      </p:sp>
      <p:pic>
        <p:nvPicPr>
          <p:cNvPr id="72" name="Google Shape;72;p14"/>
          <p:cNvPicPr preferRelativeResize="0"/>
          <p:nvPr/>
        </p:nvPicPr>
        <p:blipFill>
          <a:blip r:embed="rId4">
            <a:alphaModFix/>
          </a:blip>
          <a:stretch>
            <a:fillRect/>
          </a:stretch>
        </p:blipFill>
        <p:spPr>
          <a:xfrm>
            <a:off x="1493385" y="1810134"/>
            <a:ext cx="9205297" cy="49520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415633" y="667900"/>
            <a:ext cx="4942000" cy="3345200"/>
          </a:xfrm>
          <a:prstGeom prst="rect">
            <a:avLst/>
          </a:prstGeom>
        </p:spPr>
        <p:txBody>
          <a:bodyPr spcFirstLastPara="1" vert="horz" wrap="square" lIns="121900" tIns="121900" rIns="121900" bIns="121900" rtlCol="0" anchor="t" anchorCtr="0">
            <a:noAutofit/>
          </a:bodyPr>
          <a:lstStyle/>
          <a:p>
            <a:pPr algn="l"/>
            <a:r>
              <a:rPr lang="en"/>
              <a:t>Dataset Overview</a:t>
            </a:r>
            <a:endParaRPr/>
          </a:p>
        </p:txBody>
      </p:sp>
      <p:sp>
        <p:nvSpPr>
          <p:cNvPr id="84" name="Google Shape;84;p16"/>
          <p:cNvSpPr txBox="1">
            <a:spLocks noGrp="1"/>
          </p:cNvSpPr>
          <p:nvPr>
            <p:ph type="body" idx="1"/>
          </p:nvPr>
        </p:nvSpPr>
        <p:spPr>
          <a:xfrm>
            <a:off x="6192900" y="667900"/>
            <a:ext cx="5555200" cy="5464800"/>
          </a:xfrm>
          <a:prstGeom prst="rect">
            <a:avLst/>
          </a:prstGeom>
        </p:spPr>
        <p:txBody>
          <a:bodyPr spcFirstLastPara="1" vert="horz" wrap="square" lIns="121900" tIns="121900" rIns="121900" bIns="121900" rtlCol="0" anchor="t" anchorCtr="0">
            <a:noAutofit/>
          </a:bodyPr>
          <a:lstStyle/>
          <a:p>
            <a:pPr>
              <a:lnSpc>
                <a:spcPct val="115000"/>
              </a:lnSpc>
            </a:pPr>
            <a:r>
              <a:rPr lang="en" dirty="0"/>
              <a:t>“Slave Routes dataset shows number of slaves transported by decade (36k total records)</a:t>
            </a:r>
            <a:endParaRPr dirty="0"/>
          </a:p>
          <a:p>
            <a:pPr>
              <a:lnSpc>
                <a:spcPct val="115000"/>
              </a:lnSpc>
              <a:spcBef>
                <a:spcPts val="1333"/>
              </a:spcBef>
            </a:pPr>
            <a:r>
              <a:rPr lang="en" dirty="0"/>
              <a:t>Columns include: </a:t>
            </a:r>
            <a:br>
              <a:rPr lang="en" dirty="0"/>
            </a:br>
            <a:r>
              <a:rPr lang="en" dirty="0"/>
              <a:t>Voyage ID (num), Ship Name (chr) , Port of Origin (chr), Place of Purchase (chr), Port of Arrival (chr), Year of Arrival (num), Number of Slaves that Arrived (num), Captain’s Name (chr)</a:t>
            </a:r>
            <a:endParaRPr dirty="0"/>
          </a:p>
          <a:p>
            <a:pPr marL="0" indent="0">
              <a:lnSpc>
                <a:spcPct val="115000"/>
              </a:lnSpc>
              <a:spcBef>
                <a:spcPts val="1333"/>
              </a:spcBef>
              <a:buNone/>
            </a:pPr>
            <a:endParaRPr dirty="0"/>
          </a:p>
          <a:p>
            <a:pPr marL="0" indent="0">
              <a:lnSpc>
                <a:spcPct val="115000"/>
              </a:lnSpc>
              <a:spcBef>
                <a:spcPts val="1333"/>
              </a:spcBef>
              <a:spcAft>
                <a:spcPts val="1333"/>
              </a:spcAft>
              <a:buNone/>
            </a:pPr>
            <a:endParaRPr dirty="0"/>
          </a:p>
        </p:txBody>
      </p:sp>
      <p:pic>
        <p:nvPicPr>
          <p:cNvPr id="85" name="Google Shape;85;p16"/>
          <p:cNvPicPr preferRelativeResize="0"/>
          <p:nvPr/>
        </p:nvPicPr>
        <p:blipFill>
          <a:blip r:embed="rId3">
            <a:alphaModFix/>
          </a:blip>
          <a:stretch>
            <a:fillRect/>
          </a:stretch>
        </p:blipFill>
        <p:spPr>
          <a:xfrm>
            <a:off x="109027" y="3753000"/>
            <a:ext cx="5555200" cy="29884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C0270-8A50-4F30-9414-7223DD989C77}"/>
              </a:ext>
            </a:extLst>
          </p:cNvPr>
          <p:cNvSpPr>
            <a:spLocks noGrp="1"/>
          </p:cNvSpPr>
          <p:nvPr>
            <p:ph type="title"/>
          </p:nvPr>
        </p:nvSpPr>
        <p:spPr/>
        <p:txBody>
          <a:bodyPr/>
          <a:lstStyle/>
          <a:p>
            <a:r>
              <a:rPr lang="en-US" dirty="0"/>
              <a:t>Demo!</a:t>
            </a:r>
          </a:p>
        </p:txBody>
      </p:sp>
      <p:pic>
        <p:nvPicPr>
          <p:cNvPr id="4" name="Picture 3" descr="A picture containing computer, sitting, computer, indoor&#10;&#10;Description automatically generated">
            <a:extLst>
              <a:ext uri="{FF2B5EF4-FFF2-40B4-BE49-F238E27FC236}">
                <a16:creationId xmlns:a16="http://schemas.microsoft.com/office/drawing/2014/main" id="{1C132AD0-4647-42C8-8C68-9634CCD10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5804" y="1913060"/>
            <a:ext cx="6700391" cy="3671814"/>
          </a:xfrm>
          <a:prstGeom prst="rect">
            <a:avLst/>
          </a:prstGeom>
        </p:spPr>
      </p:pic>
    </p:spTree>
    <p:extLst>
      <p:ext uri="{BB962C8B-B14F-4D97-AF65-F5344CB8AC3E}">
        <p14:creationId xmlns:p14="http://schemas.microsoft.com/office/powerpoint/2010/main" val="1401499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98410-103B-44AC-B9A5-BBB307081579}"/>
              </a:ext>
            </a:extLst>
          </p:cNvPr>
          <p:cNvSpPr>
            <a:spLocks noGrp="1"/>
          </p:cNvSpPr>
          <p:nvPr>
            <p:ph type="ctrTitle"/>
          </p:nvPr>
        </p:nvSpPr>
        <p:spPr/>
        <p:txBody>
          <a:bodyPr>
            <a:normAutofit/>
          </a:bodyPr>
          <a:lstStyle/>
          <a:p>
            <a:pPr marL="0" lvl="0" indent="0" rtl="0">
              <a:spcBef>
                <a:spcPts val="0"/>
              </a:spcBef>
              <a:spcAft>
                <a:spcPts val="0"/>
              </a:spcAft>
            </a:pPr>
            <a:r>
              <a:rPr lang="en-US" sz="5400" dirty="0">
                <a:latin typeface="Roboto"/>
                <a:ea typeface="Roboto"/>
                <a:cs typeface="Roboto"/>
                <a:sym typeface="Roboto"/>
              </a:rPr>
              <a:t>Thank you! </a:t>
            </a:r>
            <a:br>
              <a:rPr lang="en-US" sz="5400" dirty="0">
                <a:latin typeface="Roboto"/>
                <a:ea typeface="Roboto"/>
                <a:cs typeface="Roboto"/>
                <a:sym typeface="Roboto"/>
              </a:rPr>
            </a:br>
            <a:r>
              <a:rPr lang="en-US" sz="5400" dirty="0">
                <a:latin typeface="Roboto"/>
                <a:ea typeface="Roboto"/>
                <a:cs typeface="Roboto"/>
                <a:sym typeface="Roboto"/>
              </a:rPr>
              <a:t>Any questions?</a:t>
            </a:r>
            <a:endParaRPr lang="en-US" dirty="0"/>
          </a:p>
        </p:txBody>
      </p:sp>
    </p:spTree>
    <p:extLst>
      <p:ext uri="{BB962C8B-B14F-4D97-AF65-F5344CB8AC3E}">
        <p14:creationId xmlns:p14="http://schemas.microsoft.com/office/powerpoint/2010/main" val="29387729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222</TotalTime>
  <Words>177</Words>
  <Application>Microsoft Office PowerPoint</Application>
  <PresentationFormat>Widescreen</PresentationFormat>
  <Paragraphs>10</Paragraphs>
  <Slides>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Calisto MT</vt:lpstr>
      <vt:lpstr>Roboto</vt:lpstr>
      <vt:lpstr>Wingdings 2</vt:lpstr>
      <vt:lpstr>Slate</vt:lpstr>
      <vt:lpstr>Trans-Atlantic Slave Trade </vt:lpstr>
      <vt:lpstr>#TidyTuesday Dataset: Trans-Atlantic Slave Trade Georgios Karamanis @geokaramanis https://twitter.com/geokaramanis/status/1273663628315680772</vt:lpstr>
      <vt:lpstr>Dataset Overview</vt:lpstr>
      <vt:lpstr>Demo!</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Trans-Atlantic Slave Trade </dc:title>
  <dc:creator>Rohan Mutalik</dc:creator>
  <cp:lastModifiedBy>Rohan Mutalik</cp:lastModifiedBy>
  <cp:revision>8</cp:revision>
  <dcterms:created xsi:type="dcterms:W3CDTF">2020-07-26T17:39:54Z</dcterms:created>
  <dcterms:modified xsi:type="dcterms:W3CDTF">2020-07-26T21:22:29Z</dcterms:modified>
</cp:coreProperties>
</file>